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94" autoAdjust="0"/>
  </p:normalViewPr>
  <p:slideViewPr>
    <p:cSldViewPr snapToGrid="0">
      <p:cViewPr>
        <p:scale>
          <a:sx n="100" d="100"/>
          <a:sy n="100" d="100"/>
        </p:scale>
        <p:origin x="1210" y="3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94CC2-A5E8-4B7A-A951-C77032BFB9E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3843B-2A84-4F27-B7AD-5C72E5017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9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843B-2A84-4F27-B7AD-5C72E5017A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0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1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2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4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4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2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7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2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4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5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751C2-4E77-4DA8-8BAD-72B4B54610F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F47EE-21AD-441E-98E7-F3B6A8FE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3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文本框 242">
            <a:extLst>
              <a:ext uri="{FF2B5EF4-FFF2-40B4-BE49-F238E27FC236}">
                <a16:creationId xmlns:a16="http://schemas.microsoft.com/office/drawing/2014/main" id="{8932A5A3-FC21-8037-8F4C-80DCDEB648E7}"/>
              </a:ext>
            </a:extLst>
          </p:cNvPr>
          <p:cNvSpPr txBox="1"/>
          <p:nvPr/>
        </p:nvSpPr>
        <p:spPr>
          <a:xfrm>
            <a:off x="6995787" y="8358"/>
            <a:ext cx="51962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Card types</a:t>
            </a:r>
          </a:p>
          <a:p>
            <a:r>
              <a:rPr lang="en-US" sz="800" i="1" dirty="0"/>
              <a:t>(Excluding jokers, the deck contains 13 ranks, each with four copies)</a:t>
            </a:r>
            <a:endParaRPr lang="en-US" sz="800" dirty="0"/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b="1" i="1" dirty="0"/>
              <a:t>Function cards</a:t>
            </a: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b="1" i="1" dirty="0"/>
              <a:t>O</a:t>
            </a:r>
            <a:r>
              <a:rPr lang="en-US" altLang="zh-CN" sz="1400" b="1" i="1" dirty="0"/>
              <a:t>rdinary cards (left to right in ascending order)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altLang="zh-CN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altLang="zh-CN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altLang="zh-CN" sz="1200" b="1" i="1" dirty="0"/>
          </a:p>
          <a:p>
            <a:pPr marL="115888" indent="-115888">
              <a:buFont typeface="Arial" panose="020B0604020202020204" pitchFamily="34" charset="0"/>
              <a:buChar char="•"/>
            </a:pPr>
            <a:endParaRPr lang="en-US" sz="1200" b="1" i="1" dirty="0"/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8E794457-B23F-6BB2-8483-07CF0FCF92C5}"/>
              </a:ext>
            </a:extLst>
          </p:cNvPr>
          <p:cNvGrpSpPr/>
          <p:nvPr/>
        </p:nvGrpSpPr>
        <p:grpSpPr>
          <a:xfrm>
            <a:off x="1619169" y="4963267"/>
            <a:ext cx="3600450" cy="1894734"/>
            <a:chOff x="1600200" y="4963266"/>
            <a:chExt cx="3600450" cy="1894734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5620E26-48B2-49BC-E873-47AE2E7C2BE7}"/>
                </a:ext>
              </a:extLst>
            </p:cNvPr>
            <p:cNvSpPr/>
            <p:nvPr/>
          </p:nvSpPr>
          <p:spPr>
            <a:xfrm>
              <a:off x="1600200" y="5234725"/>
              <a:ext cx="3600450" cy="162327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480213C-1BBC-528D-89B8-2BAB89B1096C}"/>
                </a:ext>
              </a:extLst>
            </p:cNvPr>
            <p:cNvSpPr txBox="1"/>
            <p:nvPr/>
          </p:nvSpPr>
          <p:spPr>
            <a:xfrm>
              <a:off x="2487167" y="4963266"/>
              <a:ext cx="1822705" cy="27699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Player 1, Team 1</a:t>
              </a: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AF6E216-10BE-0524-FA7D-216A7DAC36A2}"/>
                </a:ext>
              </a:extLst>
            </p:cNvPr>
            <p:cNvGrpSpPr/>
            <p:nvPr/>
          </p:nvGrpSpPr>
          <p:grpSpPr>
            <a:xfrm>
              <a:off x="1732382" y="6116234"/>
              <a:ext cx="3332273" cy="640080"/>
              <a:chOff x="6219910" y="4588685"/>
              <a:chExt cx="3332273" cy="640080"/>
            </a:xfrm>
          </p:grpSpPr>
          <p:pic>
            <p:nvPicPr>
              <p:cNvPr id="64" name="图形 63">
                <a:extLst>
                  <a:ext uri="{FF2B5EF4-FFF2-40B4-BE49-F238E27FC236}">
                    <a16:creationId xmlns:a16="http://schemas.microsoft.com/office/drawing/2014/main" id="{EEF1811D-AE1D-B5A0-92F2-4AA52301B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57447" y="4588685"/>
                <a:ext cx="457200" cy="640080"/>
              </a:xfrm>
              <a:prstGeom prst="rect">
                <a:avLst/>
              </a:prstGeom>
            </p:spPr>
          </p:pic>
          <p:pic>
            <p:nvPicPr>
              <p:cNvPr id="68" name="图形 67">
                <a:extLst>
                  <a:ext uri="{FF2B5EF4-FFF2-40B4-BE49-F238E27FC236}">
                    <a16:creationId xmlns:a16="http://schemas.microsoft.com/office/drawing/2014/main" id="{50DF3F08-811D-22E7-9D5D-BA097EB25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219910" y="4588685"/>
                <a:ext cx="457200" cy="640080"/>
              </a:xfrm>
              <a:prstGeom prst="rect">
                <a:avLst/>
              </a:prstGeom>
            </p:spPr>
          </p:pic>
          <p:pic>
            <p:nvPicPr>
              <p:cNvPr id="70" name="图形 69">
                <a:extLst>
                  <a:ext uri="{FF2B5EF4-FFF2-40B4-BE49-F238E27FC236}">
                    <a16:creationId xmlns:a16="http://schemas.microsoft.com/office/drawing/2014/main" id="{EB7AD000-20D1-875F-33EF-9EDDA7ABBF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615805" y="4588685"/>
                <a:ext cx="457200" cy="640080"/>
              </a:xfrm>
              <a:prstGeom prst="rect">
                <a:avLst/>
              </a:prstGeom>
            </p:spPr>
          </p:pic>
          <p:pic>
            <p:nvPicPr>
              <p:cNvPr id="72" name="图形 71">
                <a:extLst>
                  <a:ext uri="{FF2B5EF4-FFF2-40B4-BE49-F238E27FC236}">
                    <a16:creationId xmlns:a16="http://schemas.microsoft.com/office/drawing/2014/main" id="{B8914FAB-5F1C-DBE2-666E-7713E1E2E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094983" y="4588685"/>
                <a:ext cx="457200" cy="640080"/>
              </a:xfrm>
              <a:prstGeom prst="rect">
                <a:avLst/>
              </a:prstGeom>
            </p:spPr>
          </p:pic>
          <p:pic>
            <p:nvPicPr>
              <p:cNvPr id="74" name="图形 73">
                <a:extLst>
                  <a:ext uri="{FF2B5EF4-FFF2-40B4-BE49-F238E27FC236}">
                    <a16:creationId xmlns:a16="http://schemas.microsoft.com/office/drawing/2014/main" id="{82CCA6E1-FBFD-A5F5-1371-A438AE2322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136626" y="4588685"/>
                <a:ext cx="457200" cy="640080"/>
              </a:xfrm>
              <a:prstGeom prst="rect">
                <a:avLst/>
              </a:prstGeom>
            </p:spPr>
          </p:pic>
          <p:pic>
            <p:nvPicPr>
              <p:cNvPr id="76" name="图形 75">
                <a:extLst>
                  <a:ext uri="{FF2B5EF4-FFF2-40B4-BE49-F238E27FC236}">
                    <a16:creationId xmlns:a16="http://schemas.microsoft.com/office/drawing/2014/main" id="{2F63F56A-84B6-1220-9FE6-E21785EE1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178268" y="4588685"/>
                <a:ext cx="457200" cy="640080"/>
              </a:xfrm>
              <a:prstGeom prst="rect">
                <a:avLst/>
              </a:prstGeom>
            </p:spPr>
          </p:pic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B32E75C4-BA45-148F-BA6A-77779160A805}"/>
                </a:ext>
              </a:extLst>
            </p:cNvPr>
            <p:cNvGrpSpPr/>
            <p:nvPr/>
          </p:nvGrpSpPr>
          <p:grpSpPr>
            <a:xfrm>
              <a:off x="3585287" y="5358210"/>
              <a:ext cx="1479368" cy="640079"/>
              <a:chOff x="6134100" y="5326132"/>
              <a:chExt cx="1479368" cy="640079"/>
            </a:xfrm>
          </p:grpSpPr>
          <p:pic>
            <p:nvPicPr>
              <p:cNvPr id="91" name="图形 90">
                <a:extLst>
                  <a:ext uri="{FF2B5EF4-FFF2-40B4-BE49-F238E27FC236}">
                    <a16:creationId xmlns:a16="http://schemas.microsoft.com/office/drawing/2014/main" id="{90E2A7AA-E172-05D9-30AC-94253C9C5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34100" y="5326132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92" name="图形 91">
                <a:extLst>
                  <a:ext uri="{FF2B5EF4-FFF2-40B4-BE49-F238E27FC236}">
                    <a16:creationId xmlns:a16="http://schemas.microsoft.com/office/drawing/2014/main" id="{332169DA-34B3-01D6-DC8C-F6A1D90D78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45184" y="5326132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93" name="图形 92">
                <a:extLst>
                  <a:ext uri="{FF2B5EF4-FFF2-40B4-BE49-F238E27FC236}">
                    <a16:creationId xmlns:a16="http://schemas.microsoft.com/office/drawing/2014/main" id="{972E3B20-20C1-BF5F-E808-49E011A84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56268" y="5326132"/>
                <a:ext cx="457200" cy="640079"/>
              </a:xfrm>
              <a:prstGeom prst="rect">
                <a:avLst/>
              </a:prstGeom>
            </p:spPr>
          </p:pic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42EBC08C-41ED-9495-61ED-7E58425731AB}"/>
                </a:ext>
              </a:extLst>
            </p:cNvPr>
            <p:cNvGrpSpPr/>
            <p:nvPr/>
          </p:nvGrpSpPr>
          <p:grpSpPr>
            <a:xfrm>
              <a:off x="1732382" y="5358210"/>
              <a:ext cx="968109" cy="640079"/>
              <a:chOff x="6134450" y="5306456"/>
              <a:chExt cx="968109" cy="640079"/>
            </a:xfrm>
          </p:grpSpPr>
          <p:pic>
            <p:nvPicPr>
              <p:cNvPr id="95" name="图形 94">
                <a:extLst>
                  <a:ext uri="{FF2B5EF4-FFF2-40B4-BE49-F238E27FC236}">
                    <a16:creationId xmlns:a16="http://schemas.microsoft.com/office/drawing/2014/main" id="{ECC75698-7259-58D8-CA0F-E17B8A381F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134450" y="5306456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97" name="图形 96">
                <a:extLst>
                  <a:ext uri="{FF2B5EF4-FFF2-40B4-BE49-F238E27FC236}">
                    <a16:creationId xmlns:a16="http://schemas.microsoft.com/office/drawing/2014/main" id="{54A927F7-A6D0-1707-D34C-F578D559CF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645359" y="5306456"/>
                <a:ext cx="457200" cy="640079"/>
              </a:xfrm>
              <a:prstGeom prst="rect">
                <a:avLst/>
              </a:prstGeom>
            </p:spPr>
          </p:pic>
        </p:grp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12633390-7CC0-85A5-AAF6-D63A00C7A85E}"/>
              </a:ext>
            </a:extLst>
          </p:cNvPr>
          <p:cNvSpPr/>
          <p:nvPr/>
        </p:nvSpPr>
        <p:spPr>
          <a:xfrm>
            <a:off x="1690517" y="6091998"/>
            <a:ext cx="3453942" cy="720368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A5D7255-EF68-8973-D29A-A2064D41D3CA}"/>
              </a:ext>
            </a:extLst>
          </p:cNvPr>
          <p:cNvSpPr/>
          <p:nvPr/>
        </p:nvSpPr>
        <p:spPr>
          <a:xfrm>
            <a:off x="1690517" y="5314010"/>
            <a:ext cx="1587042" cy="72036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19221B3F-993B-2929-2C90-9AB7E1A8592D}"/>
              </a:ext>
            </a:extLst>
          </p:cNvPr>
          <p:cNvGrpSpPr/>
          <p:nvPr/>
        </p:nvGrpSpPr>
        <p:grpSpPr>
          <a:xfrm>
            <a:off x="1621154" y="0"/>
            <a:ext cx="3600450" cy="1894734"/>
            <a:chOff x="1598294" y="0"/>
            <a:chExt cx="3600450" cy="1894734"/>
          </a:xfrm>
        </p:grpSpPr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A69984F4-825B-A6A4-94C5-C91130C0D3AB}"/>
                </a:ext>
              </a:extLst>
            </p:cNvPr>
            <p:cNvSpPr/>
            <p:nvPr/>
          </p:nvSpPr>
          <p:spPr>
            <a:xfrm rot="10800000">
              <a:off x="1598294" y="0"/>
              <a:ext cx="3600450" cy="162327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DA5DB8D9-58EA-099E-EEF5-2FA999B3A9C4}"/>
                </a:ext>
              </a:extLst>
            </p:cNvPr>
            <p:cNvSpPr txBox="1"/>
            <p:nvPr/>
          </p:nvSpPr>
          <p:spPr>
            <a:xfrm rot="10800000" flipV="1">
              <a:off x="2489072" y="1617735"/>
              <a:ext cx="1822705" cy="27699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</a:rPr>
                <a:t>Player 3, Team 1</a:t>
              </a:r>
            </a:p>
          </p:txBody>
        </p: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A9FF6C72-09F2-0BDE-8360-CAF6499E9B34}"/>
                </a:ext>
              </a:extLst>
            </p:cNvPr>
            <p:cNvGrpSpPr/>
            <p:nvPr/>
          </p:nvGrpSpPr>
          <p:grpSpPr>
            <a:xfrm rot="10800000">
              <a:off x="1734289" y="859711"/>
              <a:ext cx="1479368" cy="640079"/>
              <a:chOff x="6134100" y="5326132"/>
              <a:chExt cx="1479368" cy="640079"/>
            </a:xfrm>
          </p:grpSpPr>
          <p:pic>
            <p:nvPicPr>
              <p:cNvPr id="149" name="图形 148">
                <a:extLst>
                  <a:ext uri="{FF2B5EF4-FFF2-40B4-BE49-F238E27FC236}">
                    <a16:creationId xmlns:a16="http://schemas.microsoft.com/office/drawing/2014/main" id="{347F57DF-1B8D-8086-F162-40F9A9820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34100" y="5326132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50" name="图形 149">
                <a:extLst>
                  <a:ext uri="{FF2B5EF4-FFF2-40B4-BE49-F238E27FC236}">
                    <a16:creationId xmlns:a16="http://schemas.microsoft.com/office/drawing/2014/main" id="{8BA296F2-6CD1-DF52-8A81-508DF6234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45184" y="5326132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51" name="图形 150">
                <a:extLst>
                  <a:ext uri="{FF2B5EF4-FFF2-40B4-BE49-F238E27FC236}">
                    <a16:creationId xmlns:a16="http://schemas.microsoft.com/office/drawing/2014/main" id="{99159242-0857-5472-00BB-7A1873FD80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56268" y="5326132"/>
                <a:ext cx="457200" cy="640079"/>
              </a:xfrm>
              <a:prstGeom prst="rect">
                <a:avLst/>
              </a:prstGeom>
            </p:spPr>
          </p:pic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F5803A3F-70E2-B286-62D9-942E0E650312}"/>
                </a:ext>
              </a:extLst>
            </p:cNvPr>
            <p:cNvGrpSpPr/>
            <p:nvPr/>
          </p:nvGrpSpPr>
          <p:grpSpPr>
            <a:xfrm>
              <a:off x="3585637" y="854065"/>
              <a:ext cx="1479018" cy="640079"/>
              <a:chOff x="8178435" y="5303521"/>
              <a:chExt cx="1479018" cy="640079"/>
            </a:xfrm>
          </p:grpSpPr>
          <p:pic>
            <p:nvPicPr>
              <p:cNvPr id="17" name="图形 16">
                <a:extLst>
                  <a:ext uri="{FF2B5EF4-FFF2-40B4-BE49-F238E27FC236}">
                    <a16:creationId xmlns:a16="http://schemas.microsoft.com/office/drawing/2014/main" id="{AB283BA6-B999-1C31-84B9-8D2975107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9200253" y="5303521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E43AC5A3-6C43-3F03-61AC-781227415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178435" y="5303521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25" name="图形 24">
                <a:extLst>
                  <a:ext uri="{FF2B5EF4-FFF2-40B4-BE49-F238E27FC236}">
                    <a16:creationId xmlns:a16="http://schemas.microsoft.com/office/drawing/2014/main" id="{9786ED5E-26EC-B3A4-B3F9-65D6069F0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689344" y="5303521"/>
                <a:ext cx="457200" cy="640079"/>
              </a:xfrm>
              <a:prstGeom prst="rect">
                <a:avLst/>
              </a:prstGeom>
            </p:spPr>
          </p:pic>
        </p:grp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E24E47B1-1BE0-D025-CE9D-1C8B41A390B9}"/>
                </a:ext>
              </a:extLst>
            </p:cNvPr>
            <p:cNvGrpSpPr/>
            <p:nvPr/>
          </p:nvGrpSpPr>
          <p:grpSpPr>
            <a:xfrm>
              <a:off x="1732382" y="96041"/>
              <a:ext cx="3332273" cy="640079"/>
              <a:chOff x="6221816" y="3812689"/>
              <a:chExt cx="3332273" cy="640079"/>
            </a:xfrm>
          </p:grpSpPr>
          <p:pic>
            <p:nvPicPr>
              <p:cNvPr id="160" name="图形 159">
                <a:extLst>
                  <a:ext uri="{FF2B5EF4-FFF2-40B4-BE49-F238E27FC236}">
                    <a16:creationId xmlns:a16="http://schemas.microsoft.com/office/drawing/2014/main" id="{4217BA99-AC8B-31D0-0B28-A1AD2AFED2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21816" y="3812689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61" name="图形 160">
                <a:extLst>
                  <a:ext uri="{FF2B5EF4-FFF2-40B4-BE49-F238E27FC236}">
                    <a16:creationId xmlns:a16="http://schemas.microsoft.com/office/drawing/2014/main" id="{82B15778-6500-7496-45D3-558C7A087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00995" y="3812689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62" name="图形 161">
                <a:extLst>
                  <a:ext uri="{FF2B5EF4-FFF2-40B4-BE49-F238E27FC236}">
                    <a16:creationId xmlns:a16="http://schemas.microsoft.com/office/drawing/2014/main" id="{474152AB-BB50-E142-C218-CCBC4D84BD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80174" y="3812689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63" name="图形 162">
                <a:extLst>
                  <a:ext uri="{FF2B5EF4-FFF2-40B4-BE49-F238E27FC236}">
                    <a16:creationId xmlns:a16="http://schemas.microsoft.com/office/drawing/2014/main" id="{B64F8E93-8A55-03C3-3954-D9FF3D582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659353" y="3812689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64" name="图形 163">
                <a:extLst>
                  <a:ext uri="{FF2B5EF4-FFF2-40B4-BE49-F238E27FC236}">
                    <a16:creationId xmlns:a16="http://schemas.microsoft.com/office/drawing/2014/main" id="{0850F3A5-A462-F1C2-DD26-BE07AB20F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138532" y="3812689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65" name="图形 164">
                <a:extLst>
                  <a:ext uri="{FF2B5EF4-FFF2-40B4-BE49-F238E27FC236}">
                    <a16:creationId xmlns:a16="http://schemas.microsoft.com/office/drawing/2014/main" id="{7EA1C7A7-8BC3-C143-4ADF-20D2F03C2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617711" y="3812689"/>
                <a:ext cx="457200" cy="640079"/>
              </a:xfrm>
              <a:prstGeom prst="rect">
                <a:avLst/>
              </a:prstGeom>
            </p:spPr>
          </p:pic>
          <p:pic>
            <p:nvPicPr>
              <p:cNvPr id="166" name="图形 165">
                <a:extLst>
                  <a:ext uri="{FF2B5EF4-FFF2-40B4-BE49-F238E27FC236}">
                    <a16:creationId xmlns:a16="http://schemas.microsoft.com/office/drawing/2014/main" id="{D3B65BC5-B253-DA9F-2F32-0B46A1B79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096889" y="3812689"/>
                <a:ext cx="457200" cy="640079"/>
              </a:xfrm>
              <a:prstGeom prst="rect">
                <a:avLst/>
              </a:prstGeom>
            </p:spPr>
          </p:pic>
        </p:grpSp>
      </p:grpSp>
      <p:sp>
        <p:nvSpPr>
          <p:cNvPr id="167" name="矩形 166">
            <a:extLst>
              <a:ext uri="{FF2B5EF4-FFF2-40B4-BE49-F238E27FC236}">
                <a16:creationId xmlns:a16="http://schemas.microsoft.com/office/drawing/2014/main" id="{81CC946E-9A14-74AE-FD32-5C11F2B98FC8}"/>
              </a:ext>
            </a:extLst>
          </p:cNvPr>
          <p:cNvSpPr/>
          <p:nvPr/>
        </p:nvSpPr>
        <p:spPr>
          <a:xfrm>
            <a:off x="3556635" y="5314010"/>
            <a:ext cx="1587824" cy="72036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CFCAE805-030B-8474-52E4-A792D230E191}"/>
              </a:ext>
            </a:extLst>
          </p:cNvPr>
          <p:cNvSpPr/>
          <p:nvPr/>
        </p:nvSpPr>
        <p:spPr>
          <a:xfrm rot="5400000">
            <a:off x="-988723" y="2617363"/>
            <a:ext cx="3600450" cy="1623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573BDF44-A830-7DDD-81D5-49E04187250B}"/>
              </a:ext>
            </a:extLst>
          </p:cNvPr>
          <p:cNvSpPr txBox="1"/>
          <p:nvPr/>
        </p:nvSpPr>
        <p:spPr>
          <a:xfrm rot="16200000" flipH="1" flipV="1">
            <a:off x="844747" y="3288595"/>
            <a:ext cx="182270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Player 4, Team 2</a:t>
            </a: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F83BA54-B2C7-F8E6-9895-738C289ACA14}"/>
              </a:ext>
            </a:extLst>
          </p:cNvPr>
          <p:cNvGrpSpPr/>
          <p:nvPr/>
        </p:nvGrpSpPr>
        <p:grpSpPr>
          <a:xfrm rot="5400000">
            <a:off x="435425" y="4031124"/>
            <a:ext cx="1479368" cy="640079"/>
            <a:chOff x="6134100" y="5326132"/>
            <a:chExt cx="1479368" cy="640079"/>
          </a:xfrm>
        </p:grpSpPr>
        <p:pic>
          <p:nvPicPr>
            <p:cNvPr id="185" name="图形 184">
              <a:extLst>
                <a:ext uri="{FF2B5EF4-FFF2-40B4-BE49-F238E27FC236}">
                  <a16:creationId xmlns:a16="http://schemas.microsoft.com/office/drawing/2014/main" id="{3CC0010F-4373-6F9B-B9BD-646F538508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34100" y="5326132"/>
              <a:ext cx="457200" cy="640079"/>
            </a:xfrm>
            <a:prstGeom prst="rect">
              <a:avLst/>
            </a:prstGeom>
          </p:spPr>
        </p:pic>
        <p:pic>
          <p:nvPicPr>
            <p:cNvPr id="186" name="图形 185">
              <a:extLst>
                <a:ext uri="{FF2B5EF4-FFF2-40B4-BE49-F238E27FC236}">
                  <a16:creationId xmlns:a16="http://schemas.microsoft.com/office/drawing/2014/main" id="{6DB0EBF3-34B3-23C9-0B61-4E4C3FF9CC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45184" y="5326132"/>
              <a:ext cx="457200" cy="640079"/>
            </a:xfrm>
            <a:prstGeom prst="rect">
              <a:avLst/>
            </a:prstGeom>
          </p:spPr>
        </p:pic>
        <p:pic>
          <p:nvPicPr>
            <p:cNvPr id="187" name="图形 186">
              <a:extLst>
                <a:ext uri="{FF2B5EF4-FFF2-40B4-BE49-F238E27FC236}">
                  <a16:creationId xmlns:a16="http://schemas.microsoft.com/office/drawing/2014/main" id="{E1AE48F2-DCE7-04BA-B232-52BCD283A9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56268" y="5326132"/>
              <a:ext cx="457200" cy="640079"/>
            </a:xfrm>
            <a:prstGeom prst="rect">
              <a:avLst/>
            </a:prstGeom>
          </p:spPr>
        </p:pic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6123CFBE-9FD5-005F-4710-60F4EE73EBA1}"/>
              </a:ext>
            </a:extLst>
          </p:cNvPr>
          <p:cNvGrpSpPr/>
          <p:nvPr/>
        </p:nvGrpSpPr>
        <p:grpSpPr>
          <a:xfrm rot="16200000">
            <a:off x="-1250084" y="3108962"/>
            <a:ext cx="3332273" cy="640079"/>
            <a:chOff x="6221816" y="3812689"/>
            <a:chExt cx="3332273" cy="640079"/>
          </a:xfrm>
        </p:grpSpPr>
        <p:pic>
          <p:nvPicPr>
            <p:cNvPr id="175" name="图形 174">
              <a:extLst>
                <a:ext uri="{FF2B5EF4-FFF2-40B4-BE49-F238E27FC236}">
                  <a16:creationId xmlns:a16="http://schemas.microsoft.com/office/drawing/2014/main" id="{AFBDDEF7-B3A0-ACBF-6519-A8F78EE8E2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1816" y="3812689"/>
              <a:ext cx="457200" cy="640079"/>
            </a:xfrm>
            <a:prstGeom prst="rect">
              <a:avLst/>
            </a:prstGeom>
          </p:spPr>
        </p:pic>
        <p:pic>
          <p:nvPicPr>
            <p:cNvPr id="176" name="图形 175">
              <a:extLst>
                <a:ext uri="{FF2B5EF4-FFF2-40B4-BE49-F238E27FC236}">
                  <a16:creationId xmlns:a16="http://schemas.microsoft.com/office/drawing/2014/main" id="{FE954CBE-03B5-2ED5-157B-AB9D3476FF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00995" y="3812689"/>
              <a:ext cx="457200" cy="640079"/>
            </a:xfrm>
            <a:prstGeom prst="rect">
              <a:avLst/>
            </a:prstGeom>
          </p:spPr>
        </p:pic>
        <p:pic>
          <p:nvPicPr>
            <p:cNvPr id="177" name="图形 176">
              <a:extLst>
                <a:ext uri="{FF2B5EF4-FFF2-40B4-BE49-F238E27FC236}">
                  <a16:creationId xmlns:a16="http://schemas.microsoft.com/office/drawing/2014/main" id="{F038F64F-412C-4EC4-33EE-F012302D51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80174" y="3812689"/>
              <a:ext cx="457200" cy="640079"/>
            </a:xfrm>
            <a:prstGeom prst="rect">
              <a:avLst/>
            </a:prstGeom>
          </p:spPr>
        </p:pic>
        <p:pic>
          <p:nvPicPr>
            <p:cNvPr id="178" name="图形 177">
              <a:extLst>
                <a:ext uri="{FF2B5EF4-FFF2-40B4-BE49-F238E27FC236}">
                  <a16:creationId xmlns:a16="http://schemas.microsoft.com/office/drawing/2014/main" id="{DCC64DF2-3BA6-1537-DCE4-8A3C33571E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9353" y="3812689"/>
              <a:ext cx="457200" cy="640079"/>
            </a:xfrm>
            <a:prstGeom prst="rect">
              <a:avLst/>
            </a:prstGeom>
          </p:spPr>
        </p:pic>
        <p:pic>
          <p:nvPicPr>
            <p:cNvPr id="179" name="图形 178">
              <a:extLst>
                <a:ext uri="{FF2B5EF4-FFF2-40B4-BE49-F238E27FC236}">
                  <a16:creationId xmlns:a16="http://schemas.microsoft.com/office/drawing/2014/main" id="{2D0A043A-ABC9-ECEB-ADF6-7C34A9AE02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38532" y="3812689"/>
              <a:ext cx="457200" cy="640079"/>
            </a:xfrm>
            <a:prstGeom prst="rect">
              <a:avLst/>
            </a:prstGeom>
          </p:spPr>
        </p:pic>
        <p:pic>
          <p:nvPicPr>
            <p:cNvPr id="180" name="图形 179">
              <a:extLst>
                <a:ext uri="{FF2B5EF4-FFF2-40B4-BE49-F238E27FC236}">
                  <a16:creationId xmlns:a16="http://schemas.microsoft.com/office/drawing/2014/main" id="{9BFD254C-5EC4-4E6F-34FB-5BD9504B11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17711" y="3812689"/>
              <a:ext cx="457200" cy="640079"/>
            </a:xfrm>
            <a:prstGeom prst="rect">
              <a:avLst/>
            </a:prstGeom>
          </p:spPr>
        </p:pic>
        <p:pic>
          <p:nvPicPr>
            <p:cNvPr id="181" name="图形 180">
              <a:extLst>
                <a:ext uri="{FF2B5EF4-FFF2-40B4-BE49-F238E27FC236}">
                  <a16:creationId xmlns:a16="http://schemas.microsoft.com/office/drawing/2014/main" id="{1206EDF0-4247-0D45-A2CB-F346482E4E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96889" y="3812689"/>
              <a:ext cx="457200" cy="640079"/>
            </a:xfrm>
            <a:prstGeom prst="rect">
              <a:avLst/>
            </a:prstGeom>
          </p:spPr>
        </p:pic>
      </p:grpSp>
      <p:sp>
        <p:nvSpPr>
          <p:cNvPr id="189" name="矩形 188">
            <a:extLst>
              <a:ext uri="{FF2B5EF4-FFF2-40B4-BE49-F238E27FC236}">
                <a16:creationId xmlns:a16="http://schemas.microsoft.com/office/drawing/2014/main" id="{8A7A9157-885B-0DFF-8DF0-3DB98B57FEDA}"/>
              </a:ext>
            </a:extLst>
          </p:cNvPr>
          <p:cNvSpPr/>
          <p:nvPr/>
        </p:nvSpPr>
        <p:spPr>
          <a:xfrm rot="16200000" flipH="1">
            <a:off x="4231032" y="2611864"/>
            <a:ext cx="3600450" cy="1623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DCDC219-8D36-F1ED-C22D-E63C024F8B84}"/>
              </a:ext>
            </a:extLst>
          </p:cNvPr>
          <p:cNvSpPr txBox="1"/>
          <p:nvPr/>
        </p:nvSpPr>
        <p:spPr>
          <a:xfrm rot="5400000" flipV="1">
            <a:off x="4175307" y="3283096"/>
            <a:ext cx="182270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Player 2, Team 2</a:t>
            </a:r>
          </a:p>
        </p:txBody>
      </p: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1F0DBD0F-E159-15DA-C142-9D72FFB9F3A0}"/>
              </a:ext>
            </a:extLst>
          </p:cNvPr>
          <p:cNvGrpSpPr/>
          <p:nvPr/>
        </p:nvGrpSpPr>
        <p:grpSpPr>
          <a:xfrm rot="16200000" flipH="1">
            <a:off x="4898632" y="2182510"/>
            <a:ext cx="1479368" cy="640079"/>
            <a:chOff x="6134100" y="5326132"/>
            <a:chExt cx="1479368" cy="640079"/>
          </a:xfrm>
        </p:grpSpPr>
        <p:pic>
          <p:nvPicPr>
            <p:cNvPr id="204" name="图形 203">
              <a:extLst>
                <a:ext uri="{FF2B5EF4-FFF2-40B4-BE49-F238E27FC236}">
                  <a16:creationId xmlns:a16="http://schemas.microsoft.com/office/drawing/2014/main" id="{EA33D9CD-4008-BE8A-79D2-7C690E91A7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34100" y="5326132"/>
              <a:ext cx="457200" cy="640079"/>
            </a:xfrm>
            <a:prstGeom prst="rect">
              <a:avLst/>
            </a:prstGeom>
          </p:spPr>
        </p:pic>
        <p:pic>
          <p:nvPicPr>
            <p:cNvPr id="205" name="图形 204">
              <a:extLst>
                <a:ext uri="{FF2B5EF4-FFF2-40B4-BE49-F238E27FC236}">
                  <a16:creationId xmlns:a16="http://schemas.microsoft.com/office/drawing/2014/main" id="{B0C9A9EC-5AD3-A01B-F472-5232E18693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45184" y="5326132"/>
              <a:ext cx="457200" cy="640079"/>
            </a:xfrm>
            <a:prstGeom prst="rect">
              <a:avLst/>
            </a:prstGeom>
          </p:spPr>
        </p:pic>
        <p:pic>
          <p:nvPicPr>
            <p:cNvPr id="206" name="图形 205">
              <a:extLst>
                <a:ext uri="{FF2B5EF4-FFF2-40B4-BE49-F238E27FC236}">
                  <a16:creationId xmlns:a16="http://schemas.microsoft.com/office/drawing/2014/main" id="{A6F59A86-D742-FB8F-5A73-CE00DCB805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56268" y="5326132"/>
              <a:ext cx="457200" cy="640079"/>
            </a:xfrm>
            <a:prstGeom prst="rect">
              <a:avLst/>
            </a:prstGeom>
          </p:spPr>
        </p:pic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09106299-51A5-F542-10F3-A369F96D0A2C}"/>
              </a:ext>
            </a:extLst>
          </p:cNvPr>
          <p:cNvGrpSpPr/>
          <p:nvPr/>
        </p:nvGrpSpPr>
        <p:grpSpPr>
          <a:xfrm rot="5400000" flipH="1">
            <a:off x="4734709" y="3109712"/>
            <a:ext cx="3332273" cy="640079"/>
            <a:chOff x="6221816" y="3812689"/>
            <a:chExt cx="3332273" cy="640079"/>
          </a:xfrm>
        </p:grpSpPr>
        <p:pic>
          <p:nvPicPr>
            <p:cNvPr id="194" name="图形 193">
              <a:extLst>
                <a:ext uri="{FF2B5EF4-FFF2-40B4-BE49-F238E27FC236}">
                  <a16:creationId xmlns:a16="http://schemas.microsoft.com/office/drawing/2014/main" id="{0446C6F7-B445-DA3C-6C33-9FA355DDA5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1816" y="3812689"/>
              <a:ext cx="457200" cy="640079"/>
            </a:xfrm>
            <a:prstGeom prst="rect">
              <a:avLst/>
            </a:prstGeom>
          </p:spPr>
        </p:pic>
        <p:pic>
          <p:nvPicPr>
            <p:cNvPr id="195" name="图形 194">
              <a:extLst>
                <a:ext uri="{FF2B5EF4-FFF2-40B4-BE49-F238E27FC236}">
                  <a16:creationId xmlns:a16="http://schemas.microsoft.com/office/drawing/2014/main" id="{45CE46F7-3D3E-E5D0-2EB5-BA900D895F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00995" y="3812689"/>
              <a:ext cx="457200" cy="640079"/>
            </a:xfrm>
            <a:prstGeom prst="rect">
              <a:avLst/>
            </a:prstGeom>
          </p:spPr>
        </p:pic>
        <p:pic>
          <p:nvPicPr>
            <p:cNvPr id="196" name="图形 195">
              <a:extLst>
                <a:ext uri="{FF2B5EF4-FFF2-40B4-BE49-F238E27FC236}">
                  <a16:creationId xmlns:a16="http://schemas.microsoft.com/office/drawing/2014/main" id="{DF058FF5-451F-5EBE-51FD-404E292900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80174" y="3812689"/>
              <a:ext cx="457200" cy="640079"/>
            </a:xfrm>
            <a:prstGeom prst="rect">
              <a:avLst/>
            </a:prstGeom>
          </p:spPr>
        </p:pic>
        <p:pic>
          <p:nvPicPr>
            <p:cNvPr id="197" name="图形 196">
              <a:extLst>
                <a:ext uri="{FF2B5EF4-FFF2-40B4-BE49-F238E27FC236}">
                  <a16:creationId xmlns:a16="http://schemas.microsoft.com/office/drawing/2014/main" id="{AC3654A4-6D8C-DDA2-2318-43A6B4DCE3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9353" y="3812689"/>
              <a:ext cx="457200" cy="640079"/>
            </a:xfrm>
            <a:prstGeom prst="rect">
              <a:avLst/>
            </a:prstGeom>
          </p:spPr>
        </p:pic>
        <p:pic>
          <p:nvPicPr>
            <p:cNvPr id="198" name="图形 197">
              <a:extLst>
                <a:ext uri="{FF2B5EF4-FFF2-40B4-BE49-F238E27FC236}">
                  <a16:creationId xmlns:a16="http://schemas.microsoft.com/office/drawing/2014/main" id="{9235C015-4202-28E0-ABF8-97E2817D91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38532" y="3812689"/>
              <a:ext cx="457200" cy="640079"/>
            </a:xfrm>
            <a:prstGeom prst="rect">
              <a:avLst/>
            </a:prstGeom>
          </p:spPr>
        </p:pic>
        <p:pic>
          <p:nvPicPr>
            <p:cNvPr id="199" name="图形 198">
              <a:extLst>
                <a:ext uri="{FF2B5EF4-FFF2-40B4-BE49-F238E27FC236}">
                  <a16:creationId xmlns:a16="http://schemas.microsoft.com/office/drawing/2014/main" id="{77004CC9-BFD2-5AD6-C833-E49EE24111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17711" y="3812689"/>
              <a:ext cx="457200" cy="640079"/>
            </a:xfrm>
            <a:prstGeom prst="rect">
              <a:avLst/>
            </a:prstGeom>
          </p:spPr>
        </p:pic>
        <p:pic>
          <p:nvPicPr>
            <p:cNvPr id="200" name="图形 199">
              <a:extLst>
                <a:ext uri="{FF2B5EF4-FFF2-40B4-BE49-F238E27FC236}">
                  <a16:creationId xmlns:a16="http://schemas.microsoft.com/office/drawing/2014/main" id="{00DDAE09-7E26-EFCC-320F-97F7DC37A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96889" y="3812689"/>
              <a:ext cx="457200" cy="640079"/>
            </a:xfrm>
            <a:prstGeom prst="rect">
              <a:avLst/>
            </a:prstGeom>
          </p:spPr>
        </p:pic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1C6947C-5DA0-AE9F-064F-9F3C3F077AF9}"/>
              </a:ext>
            </a:extLst>
          </p:cNvPr>
          <p:cNvGrpSpPr/>
          <p:nvPr/>
        </p:nvGrpSpPr>
        <p:grpSpPr>
          <a:xfrm>
            <a:off x="852172" y="1756234"/>
            <a:ext cx="640079" cy="1479369"/>
            <a:chOff x="3834084" y="3050082"/>
            <a:chExt cx="640079" cy="1479369"/>
          </a:xfrm>
        </p:grpSpPr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5CC59587-FD53-B082-0467-36E6D55961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5400000">
              <a:off x="3925524" y="3980811"/>
              <a:ext cx="457200" cy="640079"/>
            </a:xfrm>
            <a:prstGeom prst="rect">
              <a:avLst/>
            </a:prstGeom>
          </p:spPr>
        </p:pic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10A11CFB-FA91-8B0E-AF9A-E360ED81C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5400000">
              <a:off x="3925524" y="3469727"/>
              <a:ext cx="457200" cy="640079"/>
            </a:xfrm>
            <a:prstGeom prst="rect">
              <a:avLst/>
            </a:prstGeom>
          </p:spPr>
        </p:pic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EF210743-0C20-C6E8-FCC7-98B50FAFDD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925524" y="2958642"/>
              <a:ext cx="457200" cy="640079"/>
            </a:xfrm>
            <a:prstGeom prst="rect">
              <a:avLst/>
            </a:prstGeom>
          </p:spPr>
        </p:pic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FB6BD16-E238-5C4E-E5AD-61EFDB72FD6B}"/>
              </a:ext>
            </a:extLst>
          </p:cNvPr>
          <p:cNvGrpSpPr/>
          <p:nvPr/>
        </p:nvGrpSpPr>
        <p:grpSpPr>
          <a:xfrm rot="16200000">
            <a:off x="4899073" y="4031123"/>
            <a:ext cx="1479368" cy="640079"/>
            <a:chOff x="6134100" y="6052605"/>
            <a:chExt cx="1479368" cy="640079"/>
          </a:xfrm>
        </p:grpSpPr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10F58DC9-E44E-6172-BB80-74A59CDDC3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10800000">
              <a:off x="6134100" y="6052605"/>
              <a:ext cx="457200" cy="640079"/>
            </a:xfrm>
            <a:prstGeom prst="rect">
              <a:avLst/>
            </a:prstGeom>
          </p:spPr>
        </p:pic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791B68E5-6100-A64D-9A2D-EBC885E97F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10800000">
              <a:off x="7156268" y="6052605"/>
              <a:ext cx="457200" cy="640079"/>
            </a:xfrm>
            <a:prstGeom prst="rect">
              <a:avLst/>
            </a:prstGeom>
          </p:spPr>
        </p:pic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AF26A17E-D474-6770-0337-D7925BA236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0800000">
              <a:off x="6645184" y="6052605"/>
              <a:ext cx="457200" cy="640079"/>
            </a:xfrm>
            <a:prstGeom prst="rect">
              <a:avLst/>
            </a:prstGeom>
          </p:spPr>
        </p:pic>
      </p:grp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A90C011F-3293-E2BC-7797-9FC4A6E2A029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5144459" y="6452182"/>
            <a:ext cx="280981" cy="17198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45C5283E-3EE8-7377-C3D0-1B5FB3016877}"/>
              </a:ext>
            </a:extLst>
          </p:cNvPr>
          <p:cNvSpPr txBox="1"/>
          <p:nvPr/>
        </p:nvSpPr>
        <p:spPr>
          <a:xfrm>
            <a:off x="5356547" y="6329092"/>
            <a:ext cx="1676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Hand cards, visible to the player only</a:t>
            </a:r>
          </a:p>
        </p:txBody>
      </p: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43F68355-81CF-E727-47E1-A1D91D37AF99}"/>
              </a:ext>
            </a:extLst>
          </p:cNvPr>
          <p:cNvCxnSpPr>
            <a:cxnSpLocks/>
          </p:cNvCxnSpPr>
          <p:nvPr/>
        </p:nvCxnSpPr>
        <p:spPr>
          <a:xfrm>
            <a:off x="5146179" y="5649220"/>
            <a:ext cx="280981" cy="17198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5" name="文本框 214">
            <a:extLst>
              <a:ext uri="{FF2B5EF4-FFF2-40B4-BE49-F238E27FC236}">
                <a16:creationId xmlns:a16="http://schemas.microsoft.com/office/drawing/2014/main" id="{20A7AB41-2259-FA40-851B-3B49A4A22D77}"/>
              </a:ext>
            </a:extLst>
          </p:cNvPr>
          <p:cNvSpPr txBox="1"/>
          <p:nvPr/>
        </p:nvSpPr>
        <p:spPr>
          <a:xfrm>
            <a:off x="5349596" y="5527930"/>
            <a:ext cx="1676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Face-down table cards,</a:t>
            </a:r>
          </a:p>
          <a:p>
            <a:r>
              <a:rPr lang="en-US" sz="1100" dirty="0">
                <a:solidFill>
                  <a:srgbClr val="0070C0"/>
                </a:solidFill>
              </a:rPr>
              <a:t>invisible to everyone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2DCF6EAA-BF7C-2398-0551-C11D0F23415E}"/>
              </a:ext>
            </a:extLst>
          </p:cNvPr>
          <p:cNvSpPr txBox="1"/>
          <p:nvPr/>
        </p:nvSpPr>
        <p:spPr>
          <a:xfrm>
            <a:off x="39983" y="5527930"/>
            <a:ext cx="14528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Face-up table cards,</a:t>
            </a:r>
          </a:p>
          <a:p>
            <a:r>
              <a:rPr lang="en-US" sz="1100" dirty="0">
                <a:solidFill>
                  <a:srgbClr val="00B050"/>
                </a:solidFill>
              </a:rPr>
              <a:t>visible to everyone</a:t>
            </a:r>
          </a:p>
        </p:txBody>
      </p: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9756A032-856B-F071-9648-0B4A50F792FB}"/>
              </a:ext>
            </a:extLst>
          </p:cNvPr>
          <p:cNvCxnSpPr>
            <a:cxnSpLocks/>
          </p:cNvCxnSpPr>
          <p:nvPr/>
        </p:nvCxnSpPr>
        <p:spPr>
          <a:xfrm flipH="1">
            <a:off x="1409076" y="5596503"/>
            <a:ext cx="280981" cy="17198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221BDE97-E47E-128A-DD3D-EFA4CC9D57B3}"/>
              </a:ext>
            </a:extLst>
          </p:cNvPr>
          <p:cNvCxnSpPr/>
          <p:nvPr/>
        </p:nvCxnSpPr>
        <p:spPr>
          <a:xfrm flipV="1">
            <a:off x="6995787" y="0"/>
            <a:ext cx="0" cy="685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4" name="图形 223">
            <a:extLst>
              <a:ext uri="{FF2B5EF4-FFF2-40B4-BE49-F238E27FC236}">
                <a16:creationId xmlns:a16="http://schemas.microsoft.com/office/drawing/2014/main" id="{DDA279BD-9484-DBFA-F9F7-25D6B5BC0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208947" y="690546"/>
            <a:ext cx="457200" cy="640081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B7385C74-6864-1862-D4CE-5C2C74531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54300" y="690546"/>
            <a:ext cx="457200" cy="640081"/>
          </a:xfrm>
          <a:prstGeom prst="rect">
            <a:avLst/>
          </a:prstGeom>
        </p:spPr>
      </p:pic>
      <p:pic>
        <p:nvPicPr>
          <p:cNvPr id="234" name="图形 233">
            <a:extLst>
              <a:ext uri="{FF2B5EF4-FFF2-40B4-BE49-F238E27FC236}">
                <a16:creationId xmlns:a16="http://schemas.microsoft.com/office/drawing/2014/main" id="{B99F21CE-D279-CDBA-D057-57639F318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08947" y="1419613"/>
            <a:ext cx="457200" cy="640081"/>
          </a:xfrm>
          <a:prstGeom prst="rect">
            <a:avLst/>
          </a:prstGeom>
        </p:spPr>
      </p:pic>
      <p:pic>
        <p:nvPicPr>
          <p:cNvPr id="240" name="图形 239">
            <a:extLst>
              <a:ext uri="{FF2B5EF4-FFF2-40B4-BE49-F238E27FC236}">
                <a16:creationId xmlns:a16="http://schemas.microsoft.com/office/drawing/2014/main" id="{43048192-9C3F-F930-B565-D7EC01B3E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4300" y="1419612"/>
            <a:ext cx="457200" cy="640081"/>
          </a:xfrm>
          <a:prstGeom prst="rect">
            <a:avLst/>
          </a:prstGeom>
        </p:spPr>
      </p:pic>
      <p:pic>
        <p:nvPicPr>
          <p:cNvPr id="242" name="图形 241">
            <a:extLst>
              <a:ext uri="{FF2B5EF4-FFF2-40B4-BE49-F238E27FC236}">
                <a16:creationId xmlns:a16="http://schemas.microsoft.com/office/drawing/2014/main" id="{07775B72-9D60-0EA3-201A-45514ACF8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07074" y="2867072"/>
            <a:ext cx="1185093" cy="1123857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E522D1C-D4AA-EE8B-7C3C-B5212B423D8D}"/>
              </a:ext>
            </a:extLst>
          </p:cNvPr>
          <p:cNvGrpSpPr/>
          <p:nvPr/>
        </p:nvGrpSpPr>
        <p:grpSpPr>
          <a:xfrm>
            <a:off x="7208947" y="2390218"/>
            <a:ext cx="4769766" cy="640080"/>
            <a:chOff x="7208947" y="2268298"/>
            <a:chExt cx="4769766" cy="640080"/>
          </a:xfrm>
        </p:grpSpPr>
        <p:pic>
          <p:nvPicPr>
            <p:cNvPr id="245" name="图形 244">
              <a:extLst>
                <a:ext uri="{FF2B5EF4-FFF2-40B4-BE49-F238E27FC236}">
                  <a16:creationId xmlns:a16="http://schemas.microsoft.com/office/drawing/2014/main" id="{83DA7DD0-63F6-FFE1-A689-48EF747B6D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208947" y="2268298"/>
              <a:ext cx="457200" cy="640080"/>
            </a:xfrm>
            <a:prstGeom prst="rect">
              <a:avLst/>
            </a:prstGeom>
          </p:spPr>
        </p:pic>
        <p:pic>
          <p:nvPicPr>
            <p:cNvPr id="251" name="图形 250">
              <a:extLst>
                <a:ext uri="{FF2B5EF4-FFF2-40B4-BE49-F238E27FC236}">
                  <a16:creationId xmlns:a16="http://schemas.microsoft.com/office/drawing/2014/main" id="{96B7AA41-2294-47EE-715B-96C5B95430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365231" y="2268298"/>
              <a:ext cx="457200" cy="640080"/>
            </a:xfrm>
            <a:prstGeom prst="rect">
              <a:avLst/>
            </a:prstGeom>
          </p:spPr>
        </p:pic>
        <p:pic>
          <p:nvPicPr>
            <p:cNvPr id="255" name="图形 254">
              <a:extLst>
                <a:ext uri="{FF2B5EF4-FFF2-40B4-BE49-F238E27FC236}">
                  <a16:creationId xmlns:a16="http://schemas.microsoft.com/office/drawing/2014/main" id="{2FC7B598-7CBE-126A-CFE9-EF2232974D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748018" y="2268298"/>
              <a:ext cx="457200" cy="640080"/>
            </a:xfrm>
            <a:prstGeom prst="rect">
              <a:avLst/>
            </a:prstGeom>
          </p:spPr>
        </p:pic>
        <p:pic>
          <p:nvPicPr>
            <p:cNvPr id="259" name="图形 258">
              <a:extLst>
                <a:ext uri="{FF2B5EF4-FFF2-40B4-BE49-F238E27FC236}">
                  <a16:creationId xmlns:a16="http://schemas.microsoft.com/office/drawing/2014/main" id="{108D96E3-66D3-B555-1EA2-56371013CE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287089" y="2268298"/>
              <a:ext cx="457200" cy="640080"/>
            </a:xfrm>
            <a:prstGeom prst="rect">
              <a:avLst/>
            </a:prstGeom>
          </p:spPr>
        </p:pic>
        <p:pic>
          <p:nvPicPr>
            <p:cNvPr id="261" name="图形 260">
              <a:extLst>
                <a:ext uri="{FF2B5EF4-FFF2-40B4-BE49-F238E27FC236}">
                  <a16:creationId xmlns:a16="http://schemas.microsoft.com/office/drawing/2014/main" id="{1E9D2C9E-FB4F-13C5-B7E8-D5ABDA4F04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826160" y="2268298"/>
              <a:ext cx="457200" cy="640080"/>
            </a:xfrm>
            <a:prstGeom prst="rect">
              <a:avLst/>
            </a:prstGeom>
          </p:spPr>
        </p:pic>
        <p:pic>
          <p:nvPicPr>
            <p:cNvPr id="263" name="图形 262">
              <a:extLst>
                <a:ext uri="{FF2B5EF4-FFF2-40B4-BE49-F238E27FC236}">
                  <a16:creationId xmlns:a16="http://schemas.microsoft.com/office/drawing/2014/main" id="{CE662C6E-3A81-2F19-0CC8-4485DBF046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04302" y="2268298"/>
              <a:ext cx="457200" cy="640080"/>
            </a:xfrm>
            <a:prstGeom prst="rect">
              <a:avLst/>
            </a:prstGeom>
          </p:spPr>
        </p:pic>
        <p:pic>
          <p:nvPicPr>
            <p:cNvPr id="265" name="图形 264">
              <a:extLst>
                <a:ext uri="{FF2B5EF4-FFF2-40B4-BE49-F238E27FC236}">
                  <a16:creationId xmlns:a16="http://schemas.microsoft.com/office/drawing/2014/main" id="{292C3952-4DDE-0E2E-C904-FC4F589164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443373" y="2268298"/>
              <a:ext cx="457200" cy="640080"/>
            </a:xfrm>
            <a:prstGeom prst="rect">
              <a:avLst/>
            </a:prstGeom>
          </p:spPr>
        </p:pic>
        <p:pic>
          <p:nvPicPr>
            <p:cNvPr id="269" name="图形 268">
              <a:extLst>
                <a:ext uri="{FF2B5EF4-FFF2-40B4-BE49-F238E27FC236}">
                  <a16:creationId xmlns:a16="http://schemas.microsoft.com/office/drawing/2014/main" id="{24C63025-76A7-898F-7553-6DB1759A1F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982444" y="2268298"/>
              <a:ext cx="457200" cy="640080"/>
            </a:xfrm>
            <a:prstGeom prst="rect">
              <a:avLst/>
            </a:prstGeom>
          </p:spPr>
        </p:pic>
        <p:pic>
          <p:nvPicPr>
            <p:cNvPr id="271" name="图形 270">
              <a:extLst>
                <a:ext uri="{FF2B5EF4-FFF2-40B4-BE49-F238E27FC236}">
                  <a16:creationId xmlns:a16="http://schemas.microsoft.com/office/drawing/2014/main" id="{E89292B9-0228-EA82-6A85-78B037DE30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521513" y="2268298"/>
              <a:ext cx="457200" cy="640080"/>
            </a:xfrm>
            <a:prstGeom prst="rect">
              <a:avLst/>
            </a:prstGeom>
          </p:spPr>
        </p:pic>
      </p:grpSp>
      <p:sp>
        <p:nvSpPr>
          <p:cNvPr id="272" name="文本框 271">
            <a:extLst>
              <a:ext uri="{FF2B5EF4-FFF2-40B4-BE49-F238E27FC236}">
                <a16:creationId xmlns:a16="http://schemas.microsoft.com/office/drawing/2014/main" id="{0FD18021-B5B9-259B-8A86-4B6155C2D948}"/>
              </a:ext>
            </a:extLst>
          </p:cNvPr>
          <p:cNvSpPr txBox="1"/>
          <p:nvPr/>
        </p:nvSpPr>
        <p:spPr>
          <a:xfrm>
            <a:off x="7002976" y="3165462"/>
            <a:ext cx="51962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How to play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This is a four-player game. Players sitting opposite each other form a team.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At the start of the game, each player receives 13 cards: 7 hand cards, 3 face-up table cards, and 3 face-down table cards.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Players take turns, playing cards from the first available source in order: hand, then face-up table cards, then face-down table cards (one at a time).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The first player in a round may play any hand card. The following players must </a:t>
            </a:r>
            <a:r>
              <a:rPr lang="en-US" altLang="zh-CN" sz="1100" dirty="0"/>
              <a:t>play a valid move: </a:t>
            </a:r>
            <a:r>
              <a:rPr lang="en-US" sz="1100" dirty="0"/>
              <a:t>a card (or cards of the same rank) equal to or higher than the last played card, or a function card.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If a valid move is available, it must be played. If an invalid card is played, the player must take the pile into their hand and start a new round.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Face-down cards are played blindly; if the revealed card is not valid, the player must take the pile into their hand. A player’s final card cannot be a function card; otherwise, the pile must be taken.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Whenever a player takes the pile, the round ends, and that player starts a new round by playing any card.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The first player to play all their cards wins for their team.</a:t>
            </a: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47A0EF3D-A7F5-2B17-669F-678B605ACA46}"/>
              </a:ext>
            </a:extLst>
          </p:cNvPr>
          <p:cNvSpPr txBox="1"/>
          <p:nvPr/>
        </p:nvSpPr>
        <p:spPr>
          <a:xfrm>
            <a:off x="7663389" y="694356"/>
            <a:ext cx="19659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Skips current turn. The next player must respond to the last played card.</a:t>
            </a: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89DA2D5E-0CFE-1F92-657B-7D825B934E67}"/>
              </a:ext>
            </a:extLst>
          </p:cNvPr>
          <p:cNvSpPr txBox="1"/>
          <p:nvPr/>
        </p:nvSpPr>
        <p:spPr>
          <a:xfrm>
            <a:off x="10107905" y="694356"/>
            <a:ext cx="20876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Skips current and </a:t>
            </a:r>
            <a:r>
              <a:rPr lang="en-US" altLang="zh-CN" sz="1100" dirty="0"/>
              <a:t>next</a:t>
            </a:r>
            <a:r>
              <a:rPr lang="en-US" sz="1100" dirty="0"/>
              <a:t> player’s turn. Teammate must respond to the last played card.</a:t>
            </a: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56F0D86A-4060-3E5E-6522-64278F94D37D}"/>
              </a:ext>
            </a:extLst>
          </p:cNvPr>
          <p:cNvSpPr txBox="1"/>
          <p:nvPr/>
        </p:nvSpPr>
        <p:spPr>
          <a:xfrm>
            <a:off x="7663389" y="1419612"/>
            <a:ext cx="1965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Forces the next player to play cards lower than 9.</a:t>
            </a: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D365B349-81E1-50BE-15A2-BA7F3BCC0C55}"/>
              </a:ext>
            </a:extLst>
          </p:cNvPr>
          <p:cNvSpPr txBox="1"/>
          <p:nvPr/>
        </p:nvSpPr>
        <p:spPr>
          <a:xfrm>
            <a:off x="10107905" y="1416490"/>
            <a:ext cx="20912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Collects all players’ hand cards, shuffles, and </a:t>
            </a:r>
            <a:r>
              <a:rPr lang="en-US" altLang="zh-CN" sz="1100" dirty="0"/>
              <a:t>redeal</a:t>
            </a:r>
            <a:r>
              <a:rPr lang="en-US" sz="1100" dirty="0"/>
              <a:t>, starting from current player.</a:t>
            </a:r>
          </a:p>
        </p:txBody>
      </p: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DE44C3E0-8E8A-0C9F-5F55-3D1069AEF6FA}"/>
              </a:ext>
            </a:extLst>
          </p:cNvPr>
          <p:cNvCxnSpPr>
            <a:cxnSpLocks/>
          </p:cNvCxnSpPr>
          <p:nvPr/>
        </p:nvCxnSpPr>
        <p:spPr>
          <a:xfrm>
            <a:off x="7002976" y="3132118"/>
            <a:ext cx="5196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B1CB43DD-11D5-263A-3803-32A66B62A835}"/>
              </a:ext>
            </a:extLst>
          </p:cNvPr>
          <p:cNvSpPr txBox="1"/>
          <p:nvPr/>
        </p:nvSpPr>
        <p:spPr>
          <a:xfrm>
            <a:off x="90106" y="230731"/>
            <a:ext cx="128592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 err="1"/>
              <a:t>bruno</a:t>
            </a:r>
            <a:endParaRPr lang="en-US" sz="3200" b="1" i="1" dirty="0"/>
          </a:p>
          <a:p>
            <a:r>
              <a:rPr lang="en-US" sz="1400" b="1" dirty="0"/>
              <a:t>Game setting</a:t>
            </a: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6DCC460A-6FA2-AA0E-BEE4-4E0F46FAD707}"/>
              </a:ext>
            </a:extLst>
          </p:cNvPr>
          <p:cNvSpPr txBox="1"/>
          <p:nvPr/>
        </p:nvSpPr>
        <p:spPr>
          <a:xfrm>
            <a:off x="2968689" y="3283095"/>
            <a:ext cx="849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Play order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C137CE-7DB4-4EF9-B264-E87C2A4EFB69}"/>
              </a:ext>
            </a:extLst>
          </p:cNvPr>
          <p:cNvSpPr txBox="1"/>
          <p:nvPr/>
        </p:nvSpPr>
        <p:spPr>
          <a:xfrm>
            <a:off x="5216421" y="1817"/>
            <a:ext cx="16768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STCaiyun" panose="02010800040101010101" pitchFamily="2" charset="-122"/>
                <a:ea typeface="STCaiyun" panose="02010800040101010101" pitchFamily="2" charset="-122"/>
              </a:rPr>
              <a:t>Created by Vincent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EA2C288-8EE4-FEC8-3A49-8948473B8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76721" y="5357964"/>
            <a:ext cx="457200" cy="640080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E94AA943-920B-F66A-3C24-F658242AF4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30230" y="6116089"/>
            <a:ext cx="45720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5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8277</TotalTime>
  <Words>374</Words>
  <Application>Microsoft Office PowerPoint</Application>
  <PresentationFormat>宽屏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STCaiyun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Wenbin Guo</dc:creator>
  <cp:lastModifiedBy>Wenbin Guo</cp:lastModifiedBy>
  <cp:revision>26</cp:revision>
  <dcterms:created xsi:type="dcterms:W3CDTF">2026-04-05T02:51:10Z</dcterms:created>
  <dcterms:modified xsi:type="dcterms:W3CDTF">2026-04-12T08:25:09Z</dcterms:modified>
</cp:coreProperties>
</file>